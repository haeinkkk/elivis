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88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41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383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46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48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54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6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901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27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61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62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2C62D-9332-4AA9-A334-1EACE3D33078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1ABAA-695A-48C3-835D-5041C63BB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32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34622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VISIO </a:t>
            </a:r>
            <a:r>
              <a:rPr lang="ko-KR" altLang="en-US" b="1" dirty="0" smtClean="0">
                <a:solidFill>
                  <a:schemeClr val="bg1"/>
                </a:solidFill>
              </a:rPr>
              <a:t>설치방법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63985" y="710214"/>
            <a:ext cx="2911875" cy="317820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95309" y="550417"/>
            <a:ext cx="479394" cy="3551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5264" y="843379"/>
            <a:ext cx="18719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office.com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접속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 smtClean="0"/>
              <a:t>(</a:t>
            </a:r>
            <a:r>
              <a:rPr lang="ko-KR" altLang="en-US" b="1" dirty="0" smtClean="0">
                <a:solidFill>
                  <a:schemeClr val="accent2">
                    <a:lumMod val="75000"/>
                  </a:schemeClr>
                </a:solidFill>
              </a:rPr>
              <a:t>크롬</a:t>
            </a:r>
            <a:r>
              <a:rPr lang="ko-KR" altLang="en-US" b="1" dirty="0" smtClean="0"/>
              <a:t>으로 접속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06" y="1788840"/>
            <a:ext cx="2019501" cy="190984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616118"/>
              </p:ext>
            </p:extLst>
          </p:nvPr>
        </p:nvGraphicFramePr>
        <p:xfrm>
          <a:off x="195310" y="4048216"/>
          <a:ext cx="4838330" cy="2672180"/>
        </p:xfrm>
        <a:graphic>
          <a:graphicData uri="http://schemas.openxmlformats.org/drawingml/2006/table">
            <a:tbl>
              <a:tblPr>
                <a:tableStyleId>{F2DE63D5-997A-4646-A377-4702673A728D}</a:tableStyleId>
              </a:tblPr>
              <a:tblGrid>
                <a:gridCol w="834559">
                  <a:extLst>
                    <a:ext uri="{9D8B030D-6E8A-4147-A177-3AD203B41FA5}">
                      <a16:colId xmlns:a16="http://schemas.microsoft.com/office/drawing/2014/main" val="2599044692"/>
                    </a:ext>
                  </a:extLst>
                </a:gridCol>
                <a:gridCol w="2831163">
                  <a:extLst>
                    <a:ext uri="{9D8B030D-6E8A-4147-A177-3AD203B41FA5}">
                      <a16:colId xmlns:a16="http://schemas.microsoft.com/office/drawing/2014/main" val="1794570135"/>
                    </a:ext>
                  </a:extLst>
                </a:gridCol>
                <a:gridCol w="1172608">
                  <a:extLst>
                    <a:ext uri="{9D8B030D-6E8A-4147-A177-3AD203B41FA5}">
                      <a16:colId xmlns:a16="http://schemas.microsoft.com/office/drawing/2014/main" val="2543458152"/>
                    </a:ext>
                  </a:extLst>
                </a:gridCol>
              </a:tblGrid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사용자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계정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암호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561449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노태종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user19@cumedical365.onmicrosoft.com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cumedical7657@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919832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이학주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user09@cumedical365.onmicrosoft.com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72361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김해인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user11@cumedical365.onmicrosoft.com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608346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이상아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effectLst/>
                        </a:rPr>
                        <a:t>user20@cumedical365.onmicrosoft.com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701301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문보미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user13@cumedical365.onmicrosoft.com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330535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임현순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user14@cumedical365.onmicrosoft.com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605128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김종훈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user15@cumedical365.onmicrosoft.com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71661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이정완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user16@cumedical365.onmicrosoft.com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287715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김민호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user17@cumedical365.onmicrosoft.com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193212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이종화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user18@cumedical365.onmicrosoft.com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cumedical7657@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982858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우종형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user01@cumedical365.onmicrosoft.com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smtClean="0">
                          <a:effectLst/>
                        </a:rPr>
                        <a:t>기존 암호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591464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</a:rPr>
                        <a:t>박주영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user03@cumedical365.onmicrosoft.com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smtClean="0">
                          <a:effectLst/>
                        </a:rPr>
                        <a:t>기존 암호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3655"/>
                  </a:ext>
                </a:extLst>
              </a:tr>
              <a:tr h="190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</a:rPr>
                        <a:t>서예슬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user07@cumedical365.onmicrosoft.com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smtClean="0">
                          <a:effectLst/>
                        </a:rPr>
                        <a:t>기존 암호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86211169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6366118" y="727970"/>
            <a:ext cx="5351754" cy="591243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153516" y="550417"/>
            <a:ext cx="479394" cy="3551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291" y="4170262"/>
            <a:ext cx="2070254" cy="20085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943628" y="739298"/>
            <a:ext cx="447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앱 </a:t>
            </a:r>
            <a:r>
              <a:rPr lang="en-US" altLang="ko-KR" b="1" dirty="0" smtClean="0"/>
              <a:t>-&gt; </a:t>
            </a:r>
            <a:r>
              <a:rPr lang="ko-KR" altLang="en-US" b="1" dirty="0" smtClean="0"/>
              <a:t>앱 설치 </a:t>
            </a:r>
            <a:r>
              <a:rPr lang="en-US" altLang="ko-KR" b="1" dirty="0" smtClean="0"/>
              <a:t>-&gt; </a:t>
            </a:r>
            <a:r>
              <a:rPr lang="ko-KR" altLang="en-US" b="1" dirty="0" smtClean="0"/>
              <a:t>앱 및 디바이스 </a:t>
            </a:r>
            <a:r>
              <a:rPr lang="en-US" altLang="ko-KR" b="1" dirty="0" smtClean="0"/>
              <a:t>-&gt; </a:t>
            </a:r>
            <a:r>
              <a:rPr lang="ko-KR" altLang="en-US" b="1" dirty="0" smtClean="0"/>
              <a:t>설치</a:t>
            </a:r>
            <a:endParaRPr lang="ko-KR" altLang="en-US" b="1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5867192" y="346229"/>
            <a:ext cx="0" cy="6511771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89" y="1102913"/>
            <a:ext cx="3649506" cy="26057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6403795" y="1973241"/>
            <a:ext cx="539833" cy="1777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9050"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203" y="4083625"/>
            <a:ext cx="3944685" cy="19549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/>
          <p:cNvSpPr/>
          <p:nvPr/>
        </p:nvSpPr>
        <p:spPr>
          <a:xfrm>
            <a:off x="9029700" y="4304030"/>
            <a:ext cx="602572" cy="2679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9050"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7160916" y="3497802"/>
            <a:ext cx="464056" cy="67246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아래쪽 화살표 21"/>
          <p:cNvSpPr/>
          <p:nvPr/>
        </p:nvSpPr>
        <p:spPr>
          <a:xfrm rot="16200000">
            <a:off x="9417163" y="5019284"/>
            <a:ext cx="464056" cy="67246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209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34622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VISIO </a:t>
            </a:r>
            <a:r>
              <a:rPr lang="ko-KR" altLang="en-US" b="1" dirty="0" smtClean="0">
                <a:solidFill>
                  <a:schemeClr val="bg1"/>
                </a:solidFill>
              </a:rPr>
              <a:t>설치방법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02976" y="727970"/>
            <a:ext cx="10412674" cy="533547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95309" y="550417"/>
            <a:ext cx="479394" cy="3551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646" y="905523"/>
            <a:ext cx="6333254" cy="4918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모서리가 둥근 직사각형 23"/>
          <p:cNvSpPr/>
          <p:nvPr/>
        </p:nvSpPr>
        <p:spPr>
          <a:xfrm>
            <a:off x="4991100" y="2032000"/>
            <a:ext cx="4324350" cy="2476500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76302" y="1385669"/>
            <a:ext cx="2595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앱 및 디바이스</a:t>
            </a:r>
            <a:endParaRPr lang="en-US" altLang="ko-KR" b="1" dirty="0" smtClean="0"/>
          </a:p>
          <a:p>
            <a:r>
              <a:rPr lang="en-US" altLang="ko-KR" b="1" dirty="0" smtClean="0"/>
              <a:t>-&gt;MS365, VISIO </a:t>
            </a:r>
            <a:r>
              <a:rPr lang="ko-KR" altLang="en-US" b="1" dirty="0" smtClean="0"/>
              <a:t>설치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3999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86</Words>
  <Application>Microsoft Office PowerPoint</Application>
  <PresentationFormat>와이드스크린</PresentationFormat>
  <Paragraphs>53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김재찬</dc:creator>
  <cp:lastModifiedBy>김재찬</cp:lastModifiedBy>
  <cp:revision>14</cp:revision>
  <dcterms:created xsi:type="dcterms:W3CDTF">2026-03-23T07:30:19Z</dcterms:created>
  <dcterms:modified xsi:type="dcterms:W3CDTF">2026-03-23T09:00:17Z</dcterms:modified>
</cp:coreProperties>
</file>